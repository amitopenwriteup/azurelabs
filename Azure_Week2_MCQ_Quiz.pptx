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</p:sldIdLst>
  <p:notesMasterIdLst>
    <p:notesMasterId r:id="rId4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notesMaster" Target="notesMasters/notesMaster1.xml"/><Relationship Id="rId45" Type="http://schemas.openxmlformats.org/officeDocument/2006/relationships/presProps" Target="presProps.xml"/><Relationship Id="rId46" Type="http://schemas.openxmlformats.org/officeDocument/2006/relationships/viewProps" Target="viewProps.xml"/><Relationship Id="rId47" Type="http://schemas.openxmlformats.org/officeDocument/2006/relationships/theme" Target="theme/theme1.xml"/><Relationship Id="rId4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A5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320040" cy="5070348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9144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☁  Azure Storage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150876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Choice Quiz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548640" y="2514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 · PCP Cloud Computing and DevOps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42062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Questions  ·  Azure Storage Fundamentals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F2A52"/>
          </a:solidFill>
          <a:ln w="12700">
            <a:solidFill>
              <a:srgbClr val="0F2A5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28600" y="91440"/>
            <a:ext cx="594360" cy="40233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28600" y="91440"/>
            <a:ext cx="594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2A52"/>
                </a:solidFill>
              </a:rPr>
              <a:t>Q1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60120" y="128016"/>
            <a:ext cx="7772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Storage Overview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74320" y="731520"/>
            <a:ext cx="85953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DF7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02920" y="777240"/>
            <a:ext cx="81381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What does Azure Storage offer that makes it suitable for enterprise workloads?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274320" y="2029968"/>
            <a:ext cx="42519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DF7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7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" y="2121408"/>
            <a:ext cx="384048" cy="685800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" y="2121408"/>
            <a:ext cx="3840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A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77240" y="2103120"/>
            <a:ext cx="3657600" cy="722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storage with no redundancy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709160" y="2029968"/>
            <a:ext cx="42519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DF7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7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754880" y="2121408"/>
            <a:ext cx="384048" cy="685800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54880" y="2121408"/>
            <a:ext cx="3840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B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5212080" y="2103120"/>
            <a:ext cx="3657600" cy="722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Scalable, durable, and redundant storage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74320" y="3154680"/>
            <a:ext cx="42519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DF7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7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0040" y="3246120"/>
            <a:ext cx="384048" cy="685800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0040" y="3246120"/>
            <a:ext cx="3840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C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777240" y="3227832"/>
            <a:ext cx="3657600" cy="722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local disk storage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709160" y="3154680"/>
            <a:ext cx="42519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DF7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7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754880" y="3246120"/>
            <a:ext cx="384048" cy="685800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54880" y="3246120"/>
            <a:ext cx="3840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D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5212080" y="3227832"/>
            <a:ext cx="3657600" cy="722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limited to Windows VMs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E2EDF7"/>
          </a:solidFill>
          <a:ln w="12700">
            <a:solidFill>
              <a:srgbClr val="E2EDF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74320" y="4873752"/>
            <a:ext cx="8595360" cy="2697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1 of 20  ·  Azure Storage Fundamentals Quiz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F2A52"/>
          </a:solidFill>
          <a:ln w="12700">
            <a:solidFill>
              <a:srgbClr val="0F2A5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91440"/>
            <a:ext cx="85953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– Q1: Azure Storage Overview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274320" y="713232"/>
            <a:ext cx="8595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What does Azure Storage offer that makes it suitable for enterprise workloads?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463040"/>
            <a:ext cx="425196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DF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1536192"/>
            <a:ext cx="384048" cy="658368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1536192"/>
            <a:ext cx="3840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A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77240" y="1536192"/>
            <a:ext cx="3657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storage with no redundancy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709160" y="1463040"/>
            <a:ext cx="4251960" cy="804672"/>
          </a:xfrm>
          <a:prstGeom prst="rect">
            <a:avLst/>
          </a:prstGeom>
          <a:solidFill>
            <a:srgbClr val="D4EDDA"/>
          </a:solidFill>
          <a:ln w="25400">
            <a:solidFill>
              <a:srgbClr val="1B7A3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54880" y="1536192"/>
            <a:ext cx="384048" cy="658368"/>
          </a:xfrm>
          <a:prstGeom prst="rect">
            <a:avLst/>
          </a:prstGeom>
          <a:solidFill>
            <a:srgbClr val="1B7A3E"/>
          </a:solidFill>
          <a:ln w="12700">
            <a:solidFill>
              <a:srgbClr val="1B7A3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0" y="1536192"/>
            <a:ext cx="3840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B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212080" y="1536192"/>
            <a:ext cx="3657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7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Scalable, durable, and redundant storage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212080" y="2011680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7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Correct Answer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74320" y="2514600"/>
            <a:ext cx="425196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DF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0040" y="2587752"/>
            <a:ext cx="384048" cy="658368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0040" y="2587752"/>
            <a:ext cx="3840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C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777240" y="2587752"/>
            <a:ext cx="3657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local disk storage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709160" y="2514600"/>
            <a:ext cx="425196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DF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754880" y="2587752"/>
            <a:ext cx="384048" cy="658368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54880" y="2587752"/>
            <a:ext cx="3840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D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5212080" y="2587752"/>
            <a:ext cx="3657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limited to Windows VMs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E2EDF7"/>
          </a:solidFill>
          <a:ln w="12700">
            <a:solidFill>
              <a:srgbClr val="E2EDF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74320" y="4873752"/>
            <a:ext cx="8595360" cy="2697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1 of 20  ·  Azure Storage Fundamentals Quiz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F2A52"/>
          </a:solidFill>
          <a:ln w="12700">
            <a:solidFill>
              <a:srgbClr val="0F2A5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28600" y="91440"/>
            <a:ext cx="594360" cy="40233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28600" y="91440"/>
            <a:ext cx="594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2A52"/>
                </a:solidFill>
              </a:rPr>
              <a:t>Q2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60120" y="128016"/>
            <a:ext cx="7772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Accounts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74320" y="731520"/>
            <a:ext cx="85953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DF7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02920" y="777240"/>
            <a:ext cx="81381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Which component acts as the container for all Azure storage services?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274320" y="2029968"/>
            <a:ext cx="42519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DF7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7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" y="2121408"/>
            <a:ext cx="384048" cy="685800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" y="2121408"/>
            <a:ext cx="3840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A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77240" y="2103120"/>
            <a:ext cx="3657600" cy="722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Blob Container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709160" y="2029968"/>
            <a:ext cx="42519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DF7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7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754880" y="2121408"/>
            <a:ext cx="384048" cy="685800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54880" y="2121408"/>
            <a:ext cx="3840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B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5212080" y="2103120"/>
            <a:ext cx="3657600" cy="722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 Group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74320" y="3154680"/>
            <a:ext cx="42519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DF7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7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0040" y="3246120"/>
            <a:ext cx="384048" cy="685800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0040" y="3246120"/>
            <a:ext cx="3840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C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777240" y="3227832"/>
            <a:ext cx="3657600" cy="722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Account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709160" y="3154680"/>
            <a:ext cx="42519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DF7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7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754880" y="3246120"/>
            <a:ext cx="384048" cy="685800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54880" y="3246120"/>
            <a:ext cx="3840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D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5212080" y="3227832"/>
            <a:ext cx="3657600" cy="722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Network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E2EDF7"/>
          </a:solidFill>
          <a:ln w="12700">
            <a:solidFill>
              <a:srgbClr val="E2EDF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74320" y="4873752"/>
            <a:ext cx="8595360" cy="2697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2 of 20  ·  Azure Storage Fundamentals Quiz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F2A52"/>
          </a:solidFill>
          <a:ln w="12700">
            <a:solidFill>
              <a:srgbClr val="0F2A5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91440"/>
            <a:ext cx="85953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– Q2: Storage Accounts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274320" y="713232"/>
            <a:ext cx="8595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Which component acts as the container for all Azure storage services?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463040"/>
            <a:ext cx="425196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DF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1536192"/>
            <a:ext cx="384048" cy="658368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1536192"/>
            <a:ext cx="3840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A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77240" y="1536192"/>
            <a:ext cx="3657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Blob Container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709160" y="1463040"/>
            <a:ext cx="425196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DF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54880" y="1536192"/>
            <a:ext cx="384048" cy="658368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0" y="1536192"/>
            <a:ext cx="3840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B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212080" y="1536192"/>
            <a:ext cx="3657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 Group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274320" y="2514600"/>
            <a:ext cx="4251960" cy="804672"/>
          </a:xfrm>
          <a:prstGeom prst="rect">
            <a:avLst/>
          </a:prstGeom>
          <a:solidFill>
            <a:srgbClr val="D4EDDA"/>
          </a:solidFill>
          <a:ln w="25400">
            <a:solidFill>
              <a:srgbClr val="1B7A3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0040" y="2587752"/>
            <a:ext cx="384048" cy="658368"/>
          </a:xfrm>
          <a:prstGeom prst="rect">
            <a:avLst/>
          </a:prstGeom>
          <a:solidFill>
            <a:srgbClr val="1B7A3E"/>
          </a:solidFill>
          <a:ln w="12700">
            <a:solidFill>
              <a:srgbClr val="1B7A3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0040" y="2587752"/>
            <a:ext cx="3840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C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777240" y="2587752"/>
            <a:ext cx="3657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7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Account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77240" y="3063240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7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Correct Answer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709160" y="2514600"/>
            <a:ext cx="425196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DF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754880" y="2587752"/>
            <a:ext cx="384048" cy="658368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54880" y="2587752"/>
            <a:ext cx="3840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D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5212080" y="2587752"/>
            <a:ext cx="3657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Network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E2EDF7"/>
          </a:solidFill>
          <a:ln w="12700">
            <a:solidFill>
              <a:srgbClr val="E2EDF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74320" y="4873752"/>
            <a:ext cx="8595360" cy="2697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2 of 20  ·  Azure Storage Fundamentals Quiz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F2A52"/>
          </a:solidFill>
          <a:ln w="12700">
            <a:solidFill>
              <a:srgbClr val="0F2A5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28600" y="91440"/>
            <a:ext cx="594360" cy="40233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28600" y="91440"/>
            <a:ext cx="594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2A52"/>
                </a:solidFill>
              </a:rPr>
              <a:t>Q3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60120" y="128016"/>
            <a:ext cx="7772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Account Types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74320" y="731520"/>
            <a:ext cx="85953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DF7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02920" y="777240"/>
            <a:ext cx="81381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Which storage account type is recommended as the default for new deployments?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274320" y="2029968"/>
            <a:ext cx="42519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DF7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7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" y="2121408"/>
            <a:ext cx="384048" cy="685800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" y="2121408"/>
            <a:ext cx="3840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A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77240" y="2103120"/>
            <a:ext cx="3657600" cy="722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Blob Storage (legacy)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709160" y="2029968"/>
            <a:ext cx="42519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DF7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7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754880" y="2121408"/>
            <a:ext cx="384048" cy="685800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54880" y="2121408"/>
            <a:ext cx="3840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B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5212080" y="2103120"/>
            <a:ext cx="3657600" cy="722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Purpose v1 (GPv1)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74320" y="3154680"/>
            <a:ext cx="42519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DF7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7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0040" y="3246120"/>
            <a:ext cx="384048" cy="685800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0040" y="3246120"/>
            <a:ext cx="3840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C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777240" y="3227832"/>
            <a:ext cx="3657600" cy="722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Purpose v2 (GPv2)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709160" y="3154680"/>
            <a:ext cx="42519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DF7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7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754880" y="3246120"/>
            <a:ext cx="384048" cy="685800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54880" y="3246120"/>
            <a:ext cx="3840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D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5212080" y="3227832"/>
            <a:ext cx="3657600" cy="722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File Share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E2EDF7"/>
          </a:solidFill>
          <a:ln w="12700">
            <a:solidFill>
              <a:srgbClr val="E2EDF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74320" y="4873752"/>
            <a:ext cx="8595360" cy="2697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3 of 20  ·  Azure Storage Fundamentals Quiz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F2A52"/>
          </a:solidFill>
          <a:ln w="12700">
            <a:solidFill>
              <a:srgbClr val="0F2A5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91440"/>
            <a:ext cx="85953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– Q3: Storage Account Types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274320" y="713232"/>
            <a:ext cx="8595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Which storage account type is recommended as the default for new deployments?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463040"/>
            <a:ext cx="425196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DF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1536192"/>
            <a:ext cx="384048" cy="658368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1536192"/>
            <a:ext cx="3840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A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77240" y="1536192"/>
            <a:ext cx="3657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Blob Storage (legacy)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709160" y="1463040"/>
            <a:ext cx="425196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DF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54880" y="1536192"/>
            <a:ext cx="384048" cy="658368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0" y="1536192"/>
            <a:ext cx="3840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B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212080" y="1536192"/>
            <a:ext cx="3657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Purpose v1 (GPv1)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274320" y="2514600"/>
            <a:ext cx="4251960" cy="804672"/>
          </a:xfrm>
          <a:prstGeom prst="rect">
            <a:avLst/>
          </a:prstGeom>
          <a:solidFill>
            <a:srgbClr val="D4EDDA"/>
          </a:solidFill>
          <a:ln w="25400">
            <a:solidFill>
              <a:srgbClr val="1B7A3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0040" y="2587752"/>
            <a:ext cx="384048" cy="658368"/>
          </a:xfrm>
          <a:prstGeom prst="rect">
            <a:avLst/>
          </a:prstGeom>
          <a:solidFill>
            <a:srgbClr val="1B7A3E"/>
          </a:solidFill>
          <a:ln w="12700">
            <a:solidFill>
              <a:srgbClr val="1B7A3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0040" y="2587752"/>
            <a:ext cx="3840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C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777240" y="2587752"/>
            <a:ext cx="3657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7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Purpose v2 (GPv2)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77240" y="3063240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7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Correct Answer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709160" y="2514600"/>
            <a:ext cx="425196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DF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754880" y="2587752"/>
            <a:ext cx="384048" cy="658368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54880" y="2587752"/>
            <a:ext cx="3840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D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5212080" y="2587752"/>
            <a:ext cx="3657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File Share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E2EDF7"/>
          </a:solidFill>
          <a:ln w="12700">
            <a:solidFill>
              <a:srgbClr val="E2EDF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74320" y="4873752"/>
            <a:ext cx="8595360" cy="2697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3 of 20  ·  Azure Storage Fundamentals Quiz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F2A52"/>
          </a:solidFill>
          <a:ln w="12700">
            <a:solidFill>
              <a:srgbClr val="0F2A5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28600" y="91440"/>
            <a:ext cx="594360" cy="40233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28600" y="91440"/>
            <a:ext cx="594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2A52"/>
                </a:solidFill>
              </a:rPr>
              <a:t>Q4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60120" y="128016"/>
            <a:ext cx="7772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Redundancy Options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74320" y="731520"/>
            <a:ext cx="85953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DF7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02920" y="777240"/>
            <a:ext cx="81381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Which redundancy option stores copies of data across multiple Azure regions?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274320" y="2029968"/>
            <a:ext cx="42519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DF7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7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" y="2121408"/>
            <a:ext cx="384048" cy="685800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" y="2121408"/>
            <a:ext cx="3840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A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77240" y="2103120"/>
            <a:ext cx="3657600" cy="722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LRS (Locally Redundant Storage)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709160" y="2029968"/>
            <a:ext cx="42519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DF7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7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754880" y="2121408"/>
            <a:ext cx="384048" cy="685800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54880" y="2121408"/>
            <a:ext cx="3840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B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5212080" y="2103120"/>
            <a:ext cx="3657600" cy="722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ZRS (Zone Redundant Storage)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74320" y="3154680"/>
            <a:ext cx="42519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DF7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7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0040" y="3246120"/>
            <a:ext cx="384048" cy="685800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0040" y="3246120"/>
            <a:ext cx="3840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C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777240" y="3227832"/>
            <a:ext cx="3657600" cy="722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GRS (Geo Redundant Storage)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709160" y="3154680"/>
            <a:ext cx="42519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DF7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7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754880" y="3246120"/>
            <a:ext cx="384048" cy="685800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54880" y="3246120"/>
            <a:ext cx="3840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D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5212080" y="3227832"/>
            <a:ext cx="3657600" cy="722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DRS (Disk Redundant Storage)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E2EDF7"/>
          </a:solidFill>
          <a:ln w="12700">
            <a:solidFill>
              <a:srgbClr val="E2EDF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74320" y="4873752"/>
            <a:ext cx="8595360" cy="2697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4 of 20  ·  Azure Storage Fundamentals Quiz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F2A52"/>
          </a:solidFill>
          <a:ln w="12700">
            <a:solidFill>
              <a:srgbClr val="0F2A5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91440"/>
            <a:ext cx="85953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– Q4: Redundancy Options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274320" y="713232"/>
            <a:ext cx="8595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Which redundancy option stores copies of data across multiple Azure regions?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463040"/>
            <a:ext cx="425196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DF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1536192"/>
            <a:ext cx="384048" cy="658368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1536192"/>
            <a:ext cx="3840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A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77240" y="1536192"/>
            <a:ext cx="3657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LRS (Locally Redundant Storage)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709160" y="1463040"/>
            <a:ext cx="425196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DF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54880" y="1536192"/>
            <a:ext cx="384048" cy="658368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0" y="1536192"/>
            <a:ext cx="3840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B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212080" y="1536192"/>
            <a:ext cx="3657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ZRS (Zone Redundant Storage)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274320" y="2514600"/>
            <a:ext cx="4251960" cy="804672"/>
          </a:xfrm>
          <a:prstGeom prst="rect">
            <a:avLst/>
          </a:prstGeom>
          <a:solidFill>
            <a:srgbClr val="D4EDDA"/>
          </a:solidFill>
          <a:ln w="25400">
            <a:solidFill>
              <a:srgbClr val="1B7A3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0040" y="2587752"/>
            <a:ext cx="384048" cy="658368"/>
          </a:xfrm>
          <a:prstGeom prst="rect">
            <a:avLst/>
          </a:prstGeom>
          <a:solidFill>
            <a:srgbClr val="1B7A3E"/>
          </a:solidFill>
          <a:ln w="12700">
            <a:solidFill>
              <a:srgbClr val="1B7A3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0040" y="2587752"/>
            <a:ext cx="3840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C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777240" y="2587752"/>
            <a:ext cx="3657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7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GRS (Geo Redundant Storage)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77240" y="3063240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7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Correct Answer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709160" y="2514600"/>
            <a:ext cx="425196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DF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754880" y="2587752"/>
            <a:ext cx="384048" cy="658368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54880" y="2587752"/>
            <a:ext cx="3840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D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5212080" y="2587752"/>
            <a:ext cx="3657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DRS (Disk Redundant Storage)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E2EDF7"/>
          </a:solidFill>
          <a:ln w="12700">
            <a:solidFill>
              <a:srgbClr val="E2EDF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74320" y="4873752"/>
            <a:ext cx="8595360" cy="2697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4 of 20  ·  Azure Storage Fundamentals Quiz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F2A52"/>
          </a:solidFill>
          <a:ln w="12700">
            <a:solidFill>
              <a:srgbClr val="0F2A5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28600" y="91440"/>
            <a:ext cx="594360" cy="40233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28600" y="91440"/>
            <a:ext cx="594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2A52"/>
                </a:solidFill>
              </a:rPr>
              <a:t>Q5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60120" y="128016"/>
            <a:ext cx="7772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Blob Storage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74320" y="731520"/>
            <a:ext cx="85953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DF7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02920" y="777240"/>
            <a:ext cx="81381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Which Blob type is best suited for sequential write operations like logging?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274320" y="2029968"/>
            <a:ext cx="42519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DF7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7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" y="2121408"/>
            <a:ext cx="384048" cy="685800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" y="2121408"/>
            <a:ext cx="3840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A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77240" y="2103120"/>
            <a:ext cx="3657600" cy="722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Blob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709160" y="2029968"/>
            <a:ext cx="42519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DF7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7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754880" y="2121408"/>
            <a:ext cx="384048" cy="685800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54880" y="2121408"/>
            <a:ext cx="3840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B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5212080" y="2103120"/>
            <a:ext cx="3657600" cy="722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Blob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74320" y="3154680"/>
            <a:ext cx="42519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DF7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7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0040" y="3246120"/>
            <a:ext cx="384048" cy="685800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0040" y="3246120"/>
            <a:ext cx="3840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C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777240" y="3227832"/>
            <a:ext cx="3657600" cy="722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 Blob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709160" y="3154680"/>
            <a:ext cx="42519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DF7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7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754880" y="3246120"/>
            <a:ext cx="384048" cy="685800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54880" y="3246120"/>
            <a:ext cx="3840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D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5212080" y="3227832"/>
            <a:ext cx="3657600" cy="722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Archive Blob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E2EDF7"/>
          </a:solidFill>
          <a:ln w="12700">
            <a:solidFill>
              <a:srgbClr val="E2EDF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74320" y="4873752"/>
            <a:ext cx="8595360" cy="2697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5 of 20  ·  Azure Storage Fundamentals Quiz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F2A52"/>
          </a:solidFill>
          <a:ln w="12700">
            <a:solidFill>
              <a:srgbClr val="0F2A5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91440"/>
            <a:ext cx="85953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– Q5: Blob Storage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274320" y="713232"/>
            <a:ext cx="8595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Which Blob type is best suited for sequential write operations like logging?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463040"/>
            <a:ext cx="425196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DF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1536192"/>
            <a:ext cx="384048" cy="658368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1536192"/>
            <a:ext cx="3840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A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77240" y="1536192"/>
            <a:ext cx="3657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Blob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709160" y="1463040"/>
            <a:ext cx="425196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DF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54880" y="1536192"/>
            <a:ext cx="384048" cy="658368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0" y="1536192"/>
            <a:ext cx="3840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B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212080" y="1536192"/>
            <a:ext cx="3657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Blob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274320" y="2514600"/>
            <a:ext cx="4251960" cy="804672"/>
          </a:xfrm>
          <a:prstGeom prst="rect">
            <a:avLst/>
          </a:prstGeom>
          <a:solidFill>
            <a:srgbClr val="D4EDDA"/>
          </a:solidFill>
          <a:ln w="25400">
            <a:solidFill>
              <a:srgbClr val="1B7A3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0040" y="2587752"/>
            <a:ext cx="384048" cy="658368"/>
          </a:xfrm>
          <a:prstGeom prst="rect">
            <a:avLst/>
          </a:prstGeom>
          <a:solidFill>
            <a:srgbClr val="1B7A3E"/>
          </a:solidFill>
          <a:ln w="12700">
            <a:solidFill>
              <a:srgbClr val="1B7A3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0040" y="2587752"/>
            <a:ext cx="3840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C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777240" y="2587752"/>
            <a:ext cx="3657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7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 Blob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77240" y="3063240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7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Correct Answer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709160" y="2514600"/>
            <a:ext cx="425196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DF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754880" y="2587752"/>
            <a:ext cx="384048" cy="658368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54880" y="2587752"/>
            <a:ext cx="3840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D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5212080" y="2587752"/>
            <a:ext cx="3657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Archive Blob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E2EDF7"/>
          </a:solidFill>
          <a:ln w="12700">
            <a:solidFill>
              <a:srgbClr val="E2EDF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74320" y="4873752"/>
            <a:ext cx="8595360" cy="2697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5 of 20  ·  Azure Storage Fundamentals Quiz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F2A52"/>
          </a:solidFill>
          <a:ln w="12700">
            <a:solidFill>
              <a:srgbClr val="0F2A5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28600" y="91440"/>
            <a:ext cx="594360" cy="40233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28600" y="91440"/>
            <a:ext cx="594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2A52"/>
                </a:solidFill>
              </a:rPr>
              <a:t>Q6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60120" y="128016"/>
            <a:ext cx="7772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Blob Access Tiers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74320" y="731520"/>
            <a:ext cx="85953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DF7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02920" y="777240"/>
            <a:ext cx="81381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Which Blob access tier is optimized for data that is rarely accessed and can tolerate retrieval delays?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274320" y="2029968"/>
            <a:ext cx="42519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DF7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7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" y="2121408"/>
            <a:ext cx="384048" cy="685800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" y="2121408"/>
            <a:ext cx="3840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A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77240" y="2103120"/>
            <a:ext cx="3657600" cy="722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709160" y="2029968"/>
            <a:ext cx="42519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DF7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7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754880" y="2121408"/>
            <a:ext cx="384048" cy="685800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54880" y="2121408"/>
            <a:ext cx="3840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B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5212080" y="2103120"/>
            <a:ext cx="3657600" cy="722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Cool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74320" y="3154680"/>
            <a:ext cx="42519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DF7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7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0040" y="3246120"/>
            <a:ext cx="384048" cy="685800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0040" y="3246120"/>
            <a:ext cx="3840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C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777240" y="3227832"/>
            <a:ext cx="3657600" cy="722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Archive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709160" y="3154680"/>
            <a:ext cx="42519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DF7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7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754880" y="3246120"/>
            <a:ext cx="384048" cy="685800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54880" y="3246120"/>
            <a:ext cx="3840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D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5212080" y="3227832"/>
            <a:ext cx="3657600" cy="722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Frozen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E2EDF7"/>
          </a:solidFill>
          <a:ln w="12700">
            <a:solidFill>
              <a:srgbClr val="E2EDF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74320" y="4873752"/>
            <a:ext cx="8595360" cy="2697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6 of 20  ·  Azure Storage Fundamentals Quiz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0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F2A52"/>
          </a:solidFill>
          <a:ln w="12700">
            <a:solidFill>
              <a:srgbClr val="0F2A5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91440"/>
            <a:ext cx="85953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– Q6: Blob Access Tiers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274320" y="713232"/>
            <a:ext cx="8595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Which Blob access tier is optimized for data that is rarely accessed and can tolerate retrieval delays?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463040"/>
            <a:ext cx="425196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DF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1536192"/>
            <a:ext cx="384048" cy="658368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1536192"/>
            <a:ext cx="3840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A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77240" y="1536192"/>
            <a:ext cx="3657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709160" y="1463040"/>
            <a:ext cx="425196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DF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54880" y="1536192"/>
            <a:ext cx="384048" cy="658368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0" y="1536192"/>
            <a:ext cx="3840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B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212080" y="1536192"/>
            <a:ext cx="3657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Cool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274320" y="2514600"/>
            <a:ext cx="4251960" cy="804672"/>
          </a:xfrm>
          <a:prstGeom prst="rect">
            <a:avLst/>
          </a:prstGeom>
          <a:solidFill>
            <a:srgbClr val="D4EDDA"/>
          </a:solidFill>
          <a:ln w="25400">
            <a:solidFill>
              <a:srgbClr val="1B7A3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0040" y="2587752"/>
            <a:ext cx="384048" cy="658368"/>
          </a:xfrm>
          <a:prstGeom prst="rect">
            <a:avLst/>
          </a:prstGeom>
          <a:solidFill>
            <a:srgbClr val="1B7A3E"/>
          </a:solidFill>
          <a:ln w="12700">
            <a:solidFill>
              <a:srgbClr val="1B7A3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0040" y="2587752"/>
            <a:ext cx="3840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C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777240" y="2587752"/>
            <a:ext cx="3657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7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Archive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77240" y="3063240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7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Correct Answer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709160" y="2514600"/>
            <a:ext cx="425196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DF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754880" y="2587752"/>
            <a:ext cx="384048" cy="658368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54880" y="2587752"/>
            <a:ext cx="3840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D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5212080" y="2587752"/>
            <a:ext cx="3657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Frozen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E2EDF7"/>
          </a:solidFill>
          <a:ln w="12700">
            <a:solidFill>
              <a:srgbClr val="E2EDF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74320" y="4873752"/>
            <a:ext cx="8595360" cy="2697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6 of 20  ·  Azure Storage Fundamentals Quiz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0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F2A52"/>
          </a:solidFill>
          <a:ln w="12700">
            <a:solidFill>
              <a:srgbClr val="0F2A5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28600" y="91440"/>
            <a:ext cx="594360" cy="40233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28600" y="91440"/>
            <a:ext cx="594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2A52"/>
                </a:solidFill>
              </a:rPr>
              <a:t>Q7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60120" y="128016"/>
            <a:ext cx="7772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Blob Storage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74320" y="731520"/>
            <a:ext cx="85953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DF7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02920" y="777240"/>
            <a:ext cx="81381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What are logical groupings used to organize blobs within a storage account?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274320" y="2029968"/>
            <a:ext cx="42519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DF7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7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" y="2121408"/>
            <a:ext cx="384048" cy="685800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" y="2121408"/>
            <a:ext cx="3840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A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77240" y="2103120"/>
            <a:ext cx="3657600" cy="722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709160" y="2029968"/>
            <a:ext cx="42519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DF7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7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754880" y="2121408"/>
            <a:ext cx="384048" cy="685800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54880" y="2121408"/>
            <a:ext cx="3840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B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5212080" y="2103120"/>
            <a:ext cx="3657600" cy="722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Buckets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74320" y="3154680"/>
            <a:ext cx="42519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DF7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7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0040" y="3246120"/>
            <a:ext cx="384048" cy="685800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0040" y="3246120"/>
            <a:ext cx="3840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C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777240" y="3227832"/>
            <a:ext cx="3657600" cy="722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Partitions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709160" y="3154680"/>
            <a:ext cx="42519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DF7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7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754880" y="3246120"/>
            <a:ext cx="384048" cy="685800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54880" y="3246120"/>
            <a:ext cx="3840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D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5212080" y="3227832"/>
            <a:ext cx="3657600" cy="722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Containers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E2EDF7"/>
          </a:solidFill>
          <a:ln w="12700">
            <a:solidFill>
              <a:srgbClr val="E2EDF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74320" y="4873752"/>
            <a:ext cx="8595360" cy="2697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7 of 20  ·  Azure Storage Fundamentals Quiz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0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F2A52"/>
          </a:solidFill>
          <a:ln w="12700">
            <a:solidFill>
              <a:srgbClr val="0F2A5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91440"/>
            <a:ext cx="85953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– Q7: Blob Storage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274320" y="713232"/>
            <a:ext cx="8595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What are logical groupings used to organize blobs within a storage account?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463040"/>
            <a:ext cx="425196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DF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1536192"/>
            <a:ext cx="384048" cy="658368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1536192"/>
            <a:ext cx="3840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A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77240" y="1536192"/>
            <a:ext cx="3657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709160" y="1463040"/>
            <a:ext cx="425196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DF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54880" y="1536192"/>
            <a:ext cx="384048" cy="658368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0" y="1536192"/>
            <a:ext cx="3840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B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212080" y="1536192"/>
            <a:ext cx="3657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Buckets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274320" y="2514600"/>
            <a:ext cx="425196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DF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0040" y="2587752"/>
            <a:ext cx="384048" cy="658368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0040" y="2587752"/>
            <a:ext cx="3840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C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777240" y="2587752"/>
            <a:ext cx="3657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Partitions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709160" y="2514600"/>
            <a:ext cx="4251960" cy="804672"/>
          </a:xfrm>
          <a:prstGeom prst="rect">
            <a:avLst/>
          </a:prstGeom>
          <a:solidFill>
            <a:srgbClr val="D4EDDA"/>
          </a:solidFill>
          <a:ln w="25400">
            <a:solidFill>
              <a:srgbClr val="1B7A3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754880" y="2587752"/>
            <a:ext cx="384048" cy="658368"/>
          </a:xfrm>
          <a:prstGeom prst="rect">
            <a:avLst/>
          </a:prstGeom>
          <a:solidFill>
            <a:srgbClr val="1B7A3E"/>
          </a:solidFill>
          <a:ln w="12700">
            <a:solidFill>
              <a:srgbClr val="1B7A3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54880" y="2587752"/>
            <a:ext cx="3840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D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5212080" y="2587752"/>
            <a:ext cx="3657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7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212080" y="3063240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7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Correct Answer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E2EDF7"/>
          </a:solidFill>
          <a:ln w="12700">
            <a:solidFill>
              <a:srgbClr val="E2EDF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74320" y="4873752"/>
            <a:ext cx="8595360" cy="2697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7 of 20  ·  Azure Storage Fundamentals Quiz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0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F2A52"/>
          </a:solidFill>
          <a:ln w="12700">
            <a:solidFill>
              <a:srgbClr val="0F2A5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28600" y="91440"/>
            <a:ext cx="594360" cy="40233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28600" y="91440"/>
            <a:ext cx="594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2A52"/>
                </a:solidFill>
              </a:rPr>
              <a:t>Q8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60120" y="128016"/>
            <a:ext cx="7772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Security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74320" y="731520"/>
            <a:ext cx="85953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DF7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02920" y="777240"/>
            <a:ext cx="81381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Which authorization method provides full access to all storage services and should generally be avoided?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274320" y="2029968"/>
            <a:ext cx="42519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DF7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7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" y="2121408"/>
            <a:ext cx="384048" cy="685800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" y="2121408"/>
            <a:ext cx="3840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A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77240" y="2103120"/>
            <a:ext cx="3657600" cy="722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AD RBAC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709160" y="2029968"/>
            <a:ext cx="42519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DF7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7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754880" y="2121408"/>
            <a:ext cx="384048" cy="685800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54880" y="2121408"/>
            <a:ext cx="3840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B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5212080" y="2103120"/>
            <a:ext cx="3657600" cy="722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Access Signature (SAS)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74320" y="3154680"/>
            <a:ext cx="42519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DF7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7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0040" y="3246120"/>
            <a:ext cx="384048" cy="685800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0040" y="3246120"/>
            <a:ext cx="3840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C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777240" y="3227832"/>
            <a:ext cx="3657600" cy="722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Key Authorization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709160" y="3154680"/>
            <a:ext cx="42519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DF7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7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754880" y="3246120"/>
            <a:ext cx="384048" cy="685800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54880" y="3246120"/>
            <a:ext cx="3840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D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5212080" y="3227832"/>
            <a:ext cx="3657600" cy="722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OAuth 2.0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E2EDF7"/>
          </a:solidFill>
          <a:ln w="12700">
            <a:solidFill>
              <a:srgbClr val="E2EDF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74320" y="4873752"/>
            <a:ext cx="8595360" cy="2697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8 of 20  ·  Azure Storage Fundamentals Quiz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0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F2A52"/>
          </a:solidFill>
          <a:ln w="12700">
            <a:solidFill>
              <a:srgbClr val="0F2A5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91440"/>
            <a:ext cx="85953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– Q8: Storage Security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274320" y="713232"/>
            <a:ext cx="8595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Which authorization method provides full access to all storage services and should generally be avoided?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463040"/>
            <a:ext cx="425196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DF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1536192"/>
            <a:ext cx="384048" cy="658368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1536192"/>
            <a:ext cx="3840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A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77240" y="1536192"/>
            <a:ext cx="3657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AD RBAC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709160" y="1463040"/>
            <a:ext cx="425196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DF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54880" y="1536192"/>
            <a:ext cx="384048" cy="658368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0" y="1536192"/>
            <a:ext cx="3840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B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212080" y="1536192"/>
            <a:ext cx="3657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Access Signature (SAS)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274320" y="2514600"/>
            <a:ext cx="4251960" cy="804672"/>
          </a:xfrm>
          <a:prstGeom prst="rect">
            <a:avLst/>
          </a:prstGeom>
          <a:solidFill>
            <a:srgbClr val="D4EDDA"/>
          </a:solidFill>
          <a:ln w="25400">
            <a:solidFill>
              <a:srgbClr val="1B7A3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0040" y="2587752"/>
            <a:ext cx="384048" cy="658368"/>
          </a:xfrm>
          <a:prstGeom prst="rect">
            <a:avLst/>
          </a:prstGeom>
          <a:solidFill>
            <a:srgbClr val="1B7A3E"/>
          </a:solidFill>
          <a:ln w="12700">
            <a:solidFill>
              <a:srgbClr val="1B7A3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0040" y="2587752"/>
            <a:ext cx="3840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C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777240" y="2587752"/>
            <a:ext cx="3657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7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Key Authorization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77240" y="3063240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7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Correct Answer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709160" y="2514600"/>
            <a:ext cx="425196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DF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754880" y="2587752"/>
            <a:ext cx="384048" cy="658368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54880" y="2587752"/>
            <a:ext cx="3840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D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5212080" y="2587752"/>
            <a:ext cx="3657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OAuth 2.0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E2EDF7"/>
          </a:solidFill>
          <a:ln w="12700">
            <a:solidFill>
              <a:srgbClr val="E2EDF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74320" y="4873752"/>
            <a:ext cx="8595360" cy="2697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8 of 20  ·  Azure Storage Fundamentals Quiz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0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F2A52"/>
          </a:solidFill>
          <a:ln w="12700">
            <a:solidFill>
              <a:srgbClr val="0F2A5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28600" y="91440"/>
            <a:ext cx="594360" cy="40233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28600" y="91440"/>
            <a:ext cx="594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2A52"/>
                </a:solidFill>
              </a:rPr>
              <a:t>Q9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60120" y="128016"/>
            <a:ext cx="7772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Security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74320" y="731520"/>
            <a:ext cx="85953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DF7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02920" y="777240"/>
            <a:ext cx="81381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 What does a Shared Access Signature (SAS) token provide?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274320" y="2029968"/>
            <a:ext cx="42519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DF7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7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" y="2121408"/>
            <a:ext cx="384048" cy="685800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" y="2121408"/>
            <a:ext cx="3840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A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77240" y="2103120"/>
            <a:ext cx="3657600" cy="722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Permanent admin access to storage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709160" y="2029968"/>
            <a:ext cx="42519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DF7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7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754880" y="2121408"/>
            <a:ext cx="384048" cy="685800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54880" y="2121408"/>
            <a:ext cx="3840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B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5212080" y="2103120"/>
            <a:ext cx="3657600" cy="722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Time-limited, scoped access to storage resources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74320" y="3154680"/>
            <a:ext cx="42519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DF7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7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0040" y="3246120"/>
            <a:ext cx="384048" cy="685800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0040" y="3246120"/>
            <a:ext cx="3840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C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777240" y="3227832"/>
            <a:ext cx="3657600" cy="722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Network-level firewall rules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709160" y="3154680"/>
            <a:ext cx="42519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DF7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7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754880" y="3246120"/>
            <a:ext cx="384048" cy="685800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54880" y="3246120"/>
            <a:ext cx="3840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D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5212080" y="3227832"/>
            <a:ext cx="3657600" cy="722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Disk encryption keys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E2EDF7"/>
          </a:solidFill>
          <a:ln w="12700">
            <a:solidFill>
              <a:srgbClr val="E2EDF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74320" y="4873752"/>
            <a:ext cx="8595360" cy="2697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9 of 20  ·  Azure Storage Fundamentals Quiz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0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F2A52"/>
          </a:solidFill>
          <a:ln w="12700">
            <a:solidFill>
              <a:srgbClr val="0F2A5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91440"/>
            <a:ext cx="85953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– Q9: Storage Security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274320" y="713232"/>
            <a:ext cx="8595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 What does a Shared Access Signature (SAS) token provide?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463040"/>
            <a:ext cx="425196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DF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1536192"/>
            <a:ext cx="384048" cy="658368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1536192"/>
            <a:ext cx="3840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A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77240" y="1536192"/>
            <a:ext cx="3657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Permanent admin access to storage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709160" y="1463040"/>
            <a:ext cx="4251960" cy="804672"/>
          </a:xfrm>
          <a:prstGeom prst="rect">
            <a:avLst/>
          </a:prstGeom>
          <a:solidFill>
            <a:srgbClr val="D4EDDA"/>
          </a:solidFill>
          <a:ln w="25400">
            <a:solidFill>
              <a:srgbClr val="1B7A3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54880" y="1536192"/>
            <a:ext cx="384048" cy="658368"/>
          </a:xfrm>
          <a:prstGeom prst="rect">
            <a:avLst/>
          </a:prstGeom>
          <a:solidFill>
            <a:srgbClr val="1B7A3E"/>
          </a:solidFill>
          <a:ln w="12700">
            <a:solidFill>
              <a:srgbClr val="1B7A3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0" y="1536192"/>
            <a:ext cx="3840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B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212080" y="1536192"/>
            <a:ext cx="3657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7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Time-limited, scoped access to storage resources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212080" y="2011680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7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Correct Answer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74320" y="2514600"/>
            <a:ext cx="425196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DF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0040" y="2587752"/>
            <a:ext cx="384048" cy="658368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0040" y="2587752"/>
            <a:ext cx="3840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C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777240" y="2587752"/>
            <a:ext cx="3657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Network-level firewall rules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709160" y="2514600"/>
            <a:ext cx="425196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DF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754880" y="2587752"/>
            <a:ext cx="384048" cy="658368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54880" y="2587752"/>
            <a:ext cx="3840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D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5212080" y="2587752"/>
            <a:ext cx="3657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Disk encryption keys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E2EDF7"/>
          </a:solidFill>
          <a:ln w="12700">
            <a:solidFill>
              <a:srgbClr val="E2EDF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74320" y="4873752"/>
            <a:ext cx="8595360" cy="2697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9 of 20  ·  Azure Storage Fundamentals Quiz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0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F2A52"/>
          </a:solidFill>
          <a:ln w="12700">
            <a:solidFill>
              <a:srgbClr val="0F2A5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28600" y="91440"/>
            <a:ext cx="594360" cy="40233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28600" y="91440"/>
            <a:ext cx="594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2A52"/>
                </a:solidFill>
              </a:rPr>
              <a:t>Q10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60120" y="128016"/>
            <a:ext cx="7772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Files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74320" y="731520"/>
            <a:ext cx="85953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DF7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02920" y="777240"/>
            <a:ext cx="81381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 Which protocol does Azure Files use to provide shared file access?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274320" y="2029968"/>
            <a:ext cx="42519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DF7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7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" y="2121408"/>
            <a:ext cx="384048" cy="685800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" y="2121408"/>
            <a:ext cx="3840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A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77240" y="2103120"/>
            <a:ext cx="3657600" cy="722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FTP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709160" y="2029968"/>
            <a:ext cx="42519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DF7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7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754880" y="2121408"/>
            <a:ext cx="384048" cy="685800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54880" y="2121408"/>
            <a:ext cx="3840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B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5212080" y="2103120"/>
            <a:ext cx="3657600" cy="722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NFS v2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74320" y="3154680"/>
            <a:ext cx="42519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DF7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7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0040" y="3246120"/>
            <a:ext cx="384048" cy="685800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0040" y="3246120"/>
            <a:ext cx="3840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C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777240" y="3227832"/>
            <a:ext cx="3657600" cy="722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SMB (Server Message Block)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709160" y="3154680"/>
            <a:ext cx="42519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DF7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7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754880" y="3246120"/>
            <a:ext cx="384048" cy="685800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54880" y="3246120"/>
            <a:ext cx="3840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D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5212080" y="3227832"/>
            <a:ext cx="3657600" cy="722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REST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E2EDF7"/>
          </a:solidFill>
          <a:ln w="12700">
            <a:solidFill>
              <a:srgbClr val="E2EDF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74320" y="4873752"/>
            <a:ext cx="8595360" cy="2697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10 of 20  ·  Azure Storage Fundamentals Quiz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0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F2A52"/>
          </a:solidFill>
          <a:ln w="12700">
            <a:solidFill>
              <a:srgbClr val="0F2A5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91440"/>
            <a:ext cx="85953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– Q10: Azure Files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274320" y="713232"/>
            <a:ext cx="8595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 Which protocol does Azure Files use to provide shared file access?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463040"/>
            <a:ext cx="425196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DF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1536192"/>
            <a:ext cx="384048" cy="658368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1536192"/>
            <a:ext cx="3840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A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77240" y="1536192"/>
            <a:ext cx="3657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FTP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709160" y="1463040"/>
            <a:ext cx="425196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DF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54880" y="1536192"/>
            <a:ext cx="384048" cy="658368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0" y="1536192"/>
            <a:ext cx="3840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B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212080" y="1536192"/>
            <a:ext cx="3657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NFS v2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274320" y="2514600"/>
            <a:ext cx="4251960" cy="804672"/>
          </a:xfrm>
          <a:prstGeom prst="rect">
            <a:avLst/>
          </a:prstGeom>
          <a:solidFill>
            <a:srgbClr val="D4EDDA"/>
          </a:solidFill>
          <a:ln w="25400">
            <a:solidFill>
              <a:srgbClr val="1B7A3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0040" y="2587752"/>
            <a:ext cx="384048" cy="658368"/>
          </a:xfrm>
          <a:prstGeom prst="rect">
            <a:avLst/>
          </a:prstGeom>
          <a:solidFill>
            <a:srgbClr val="1B7A3E"/>
          </a:solidFill>
          <a:ln w="12700">
            <a:solidFill>
              <a:srgbClr val="1B7A3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0040" y="2587752"/>
            <a:ext cx="3840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C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777240" y="2587752"/>
            <a:ext cx="3657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7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SMB (Server Message Block)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77240" y="3063240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7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Correct Answer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709160" y="2514600"/>
            <a:ext cx="425196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DF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754880" y="2587752"/>
            <a:ext cx="384048" cy="658368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54880" y="2587752"/>
            <a:ext cx="3840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D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5212080" y="2587752"/>
            <a:ext cx="3657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REST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E2EDF7"/>
          </a:solidFill>
          <a:ln w="12700">
            <a:solidFill>
              <a:srgbClr val="E2EDF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74320" y="4873752"/>
            <a:ext cx="8595360" cy="2697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10 of 20  ·  Azure Storage Fundamentals Quiz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0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F2A52"/>
          </a:solidFill>
          <a:ln w="12700">
            <a:solidFill>
              <a:srgbClr val="0F2A5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28600" y="91440"/>
            <a:ext cx="594360" cy="40233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28600" y="91440"/>
            <a:ext cx="594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2A52"/>
                </a:solidFill>
              </a:rPr>
              <a:t>Q11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60120" y="128016"/>
            <a:ext cx="7772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Files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74320" y="731520"/>
            <a:ext cx="85953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DF7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02920" y="777240"/>
            <a:ext cx="81381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 Azure Files integration with which service enables identity-based authentication?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274320" y="2029968"/>
            <a:ext cx="42519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DF7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7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" y="2121408"/>
            <a:ext cx="384048" cy="685800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" y="2121408"/>
            <a:ext cx="3840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A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77240" y="2103120"/>
            <a:ext cx="3657600" cy="722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DevOps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709160" y="2029968"/>
            <a:ext cx="42519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DF7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7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754880" y="2121408"/>
            <a:ext cx="384048" cy="685800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54880" y="2121408"/>
            <a:ext cx="3840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B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5212080" y="2103120"/>
            <a:ext cx="3657600" cy="722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 DS / Microsoft Entra ID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74320" y="3154680"/>
            <a:ext cx="42519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DF7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7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0040" y="3246120"/>
            <a:ext cx="384048" cy="685800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0040" y="3246120"/>
            <a:ext cx="3840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C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777240" y="3227832"/>
            <a:ext cx="3657600" cy="722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Monitor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709160" y="3154680"/>
            <a:ext cx="42519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DF7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7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754880" y="3246120"/>
            <a:ext cx="384048" cy="685800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54880" y="3246120"/>
            <a:ext cx="3840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D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5212080" y="3227832"/>
            <a:ext cx="3657600" cy="722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Policy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E2EDF7"/>
          </a:solidFill>
          <a:ln w="12700">
            <a:solidFill>
              <a:srgbClr val="E2EDF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74320" y="4873752"/>
            <a:ext cx="8595360" cy="2697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11 of 20  ·  Azure Storage Fundamentals Quiz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0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F2A52"/>
          </a:solidFill>
          <a:ln w="12700">
            <a:solidFill>
              <a:srgbClr val="0F2A5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91440"/>
            <a:ext cx="85953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– Q11: Azure Files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274320" y="713232"/>
            <a:ext cx="8595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 Azure Files integration with which service enables identity-based authentication?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463040"/>
            <a:ext cx="425196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DF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1536192"/>
            <a:ext cx="384048" cy="658368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1536192"/>
            <a:ext cx="3840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A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77240" y="1536192"/>
            <a:ext cx="3657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DevOps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709160" y="1463040"/>
            <a:ext cx="4251960" cy="804672"/>
          </a:xfrm>
          <a:prstGeom prst="rect">
            <a:avLst/>
          </a:prstGeom>
          <a:solidFill>
            <a:srgbClr val="D4EDDA"/>
          </a:solidFill>
          <a:ln w="25400">
            <a:solidFill>
              <a:srgbClr val="1B7A3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54880" y="1536192"/>
            <a:ext cx="384048" cy="658368"/>
          </a:xfrm>
          <a:prstGeom prst="rect">
            <a:avLst/>
          </a:prstGeom>
          <a:solidFill>
            <a:srgbClr val="1B7A3E"/>
          </a:solidFill>
          <a:ln w="12700">
            <a:solidFill>
              <a:srgbClr val="1B7A3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0" y="1536192"/>
            <a:ext cx="3840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B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212080" y="1536192"/>
            <a:ext cx="3657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7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 DS / Microsoft Entra ID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212080" y="2011680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7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Correct Answer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74320" y="2514600"/>
            <a:ext cx="425196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DF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0040" y="2587752"/>
            <a:ext cx="384048" cy="658368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0040" y="2587752"/>
            <a:ext cx="3840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C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777240" y="2587752"/>
            <a:ext cx="3657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Monitor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709160" y="2514600"/>
            <a:ext cx="425196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DF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754880" y="2587752"/>
            <a:ext cx="384048" cy="658368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54880" y="2587752"/>
            <a:ext cx="3840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D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5212080" y="2587752"/>
            <a:ext cx="3657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Policy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E2EDF7"/>
          </a:solidFill>
          <a:ln w="12700">
            <a:solidFill>
              <a:srgbClr val="E2EDF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74320" y="4873752"/>
            <a:ext cx="8595360" cy="2697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11 of 20  ·  Azure Storage Fundamentals Quiz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0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F2A52"/>
          </a:solidFill>
          <a:ln w="12700">
            <a:solidFill>
              <a:srgbClr val="0F2A5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28600" y="91440"/>
            <a:ext cx="594360" cy="40233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28600" y="91440"/>
            <a:ext cx="594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2A52"/>
                </a:solidFill>
              </a:rPr>
              <a:t>Q12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60120" y="128016"/>
            <a:ext cx="7772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Disk Storage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74320" y="731520"/>
            <a:ext cx="85953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DF7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02920" y="777240"/>
            <a:ext cx="81381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 Which type of managed disk provides the highest performance for I/O-intensive workloads?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274320" y="2029968"/>
            <a:ext cx="42519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DF7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7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" y="2121408"/>
            <a:ext cx="384048" cy="685800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" y="2121408"/>
            <a:ext cx="3840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A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77240" y="2103120"/>
            <a:ext cx="3657600" cy="722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HDD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709160" y="2029968"/>
            <a:ext cx="42519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DF7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7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754880" y="2121408"/>
            <a:ext cx="384048" cy="685800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54880" y="2121408"/>
            <a:ext cx="3840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B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5212080" y="2103120"/>
            <a:ext cx="3657600" cy="722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SSD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74320" y="3154680"/>
            <a:ext cx="42519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DF7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7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0040" y="3246120"/>
            <a:ext cx="384048" cy="685800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0040" y="3246120"/>
            <a:ext cx="3840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C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777240" y="3227832"/>
            <a:ext cx="3657600" cy="722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SSD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709160" y="3154680"/>
            <a:ext cx="42519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DF7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7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754880" y="3246120"/>
            <a:ext cx="384048" cy="685800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54880" y="3246120"/>
            <a:ext cx="3840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D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5212080" y="3227832"/>
            <a:ext cx="3657600" cy="722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Ultra Disk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E2EDF7"/>
          </a:solidFill>
          <a:ln w="12700">
            <a:solidFill>
              <a:srgbClr val="E2EDF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74320" y="4873752"/>
            <a:ext cx="8595360" cy="2697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12 of 20  ·  Azure Storage Fundamentals Quiz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0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F2A52"/>
          </a:solidFill>
          <a:ln w="12700">
            <a:solidFill>
              <a:srgbClr val="0F2A5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91440"/>
            <a:ext cx="85953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– Q12: Azure Disk Storage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274320" y="713232"/>
            <a:ext cx="8595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 Which type of managed disk provides the highest performance for I/O-intensive workloads?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463040"/>
            <a:ext cx="425196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DF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1536192"/>
            <a:ext cx="384048" cy="658368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1536192"/>
            <a:ext cx="3840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A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77240" y="1536192"/>
            <a:ext cx="3657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HDD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709160" y="1463040"/>
            <a:ext cx="425196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DF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54880" y="1536192"/>
            <a:ext cx="384048" cy="658368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0" y="1536192"/>
            <a:ext cx="3840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B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212080" y="1536192"/>
            <a:ext cx="3657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SSD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274320" y="2514600"/>
            <a:ext cx="425196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DF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0040" y="2587752"/>
            <a:ext cx="384048" cy="658368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0040" y="2587752"/>
            <a:ext cx="3840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C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777240" y="2587752"/>
            <a:ext cx="3657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SSD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709160" y="2514600"/>
            <a:ext cx="4251960" cy="804672"/>
          </a:xfrm>
          <a:prstGeom prst="rect">
            <a:avLst/>
          </a:prstGeom>
          <a:solidFill>
            <a:srgbClr val="D4EDDA"/>
          </a:solidFill>
          <a:ln w="25400">
            <a:solidFill>
              <a:srgbClr val="1B7A3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754880" y="2587752"/>
            <a:ext cx="384048" cy="658368"/>
          </a:xfrm>
          <a:prstGeom prst="rect">
            <a:avLst/>
          </a:prstGeom>
          <a:solidFill>
            <a:srgbClr val="1B7A3E"/>
          </a:solidFill>
          <a:ln w="12700">
            <a:solidFill>
              <a:srgbClr val="1B7A3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54880" y="2587752"/>
            <a:ext cx="3840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D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5212080" y="2587752"/>
            <a:ext cx="3657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7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Ultra Disk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212080" y="3063240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7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Correct Answer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E2EDF7"/>
          </a:solidFill>
          <a:ln w="12700">
            <a:solidFill>
              <a:srgbClr val="E2EDF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74320" y="4873752"/>
            <a:ext cx="8595360" cy="2697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12 of 20  ·  Azure Storage Fundamentals Quiz</a:t>
            </a:r>
            <a:endParaRPr lang="en-US" sz="1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0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F2A52"/>
          </a:solidFill>
          <a:ln w="12700">
            <a:solidFill>
              <a:srgbClr val="0F2A5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28600" y="91440"/>
            <a:ext cx="594360" cy="40233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28600" y="91440"/>
            <a:ext cx="594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2A52"/>
                </a:solidFill>
              </a:rPr>
              <a:t>Q13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60120" y="128016"/>
            <a:ext cx="7772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Disk Storage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74320" y="731520"/>
            <a:ext cx="85953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DF7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02920" y="777240"/>
            <a:ext cx="81381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13. What does SSE stand for in the context of Azure Disk encryption?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274320" y="2029968"/>
            <a:ext cx="42519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DF7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7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" y="2121408"/>
            <a:ext cx="384048" cy="685800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" y="2121408"/>
            <a:ext cx="3840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A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77240" y="2103120"/>
            <a:ext cx="3657600" cy="722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Side Execution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709160" y="2029968"/>
            <a:ext cx="42519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DF7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7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754880" y="2121408"/>
            <a:ext cx="384048" cy="685800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54880" y="2121408"/>
            <a:ext cx="3840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B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5212080" y="2103120"/>
            <a:ext cx="3657600" cy="722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Service Encryption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74320" y="3154680"/>
            <a:ext cx="42519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DF7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7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0040" y="3246120"/>
            <a:ext cx="384048" cy="685800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0040" y="3246120"/>
            <a:ext cx="3840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C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777240" y="3227832"/>
            <a:ext cx="3657600" cy="722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Socket Encryption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709160" y="3154680"/>
            <a:ext cx="42519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DF7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7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754880" y="3246120"/>
            <a:ext cx="384048" cy="685800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54880" y="3246120"/>
            <a:ext cx="3840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D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5212080" y="3227832"/>
            <a:ext cx="3657600" cy="722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Snapshot Storage Extension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E2EDF7"/>
          </a:solidFill>
          <a:ln w="12700">
            <a:solidFill>
              <a:srgbClr val="E2EDF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74320" y="4873752"/>
            <a:ext cx="8595360" cy="2697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13 of 20  ·  Azure Storage Fundamentals Quiz</a:t>
            </a:r>
            <a:endParaRPr lang="en-US" sz="1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0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F2A52"/>
          </a:solidFill>
          <a:ln w="12700">
            <a:solidFill>
              <a:srgbClr val="0F2A5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91440"/>
            <a:ext cx="85953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– Q13: Azure Disk Storage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274320" y="713232"/>
            <a:ext cx="8595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13. What does SSE stand for in the context of Azure Disk encryption?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463040"/>
            <a:ext cx="425196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DF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1536192"/>
            <a:ext cx="384048" cy="658368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1536192"/>
            <a:ext cx="3840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A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77240" y="1536192"/>
            <a:ext cx="3657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Side Execution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709160" y="1463040"/>
            <a:ext cx="4251960" cy="804672"/>
          </a:xfrm>
          <a:prstGeom prst="rect">
            <a:avLst/>
          </a:prstGeom>
          <a:solidFill>
            <a:srgbClr val="D4EDDA"/>
          </a:solidFill>
          <a:ln w="25400">
            <a:solidFill>
              <a:srgbClr val="1B7A3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54880" y="1536192"/>
            <a:ext cx="384048" cy="658368"/>
          </a:xfrm>
          <a:prstGeom prst="rect">
            <a:avLst/>
          </a:prstGeom>
          <a:solidFill>
            <a:srgbClr val="1B7A3E"/>
          </a:solidFill>
          <a:ln w="12700">
            <a:solidFill>
              <a:srgbClr val="1B7A3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0" y="1536192"/>
            <a:ext cx="3840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B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212080" y="1536192"/>
            <a:ext cx="3657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7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Service Encryption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212080" y="2011680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7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Correct Answer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74320" y="2514600"/>
            <a:ext cx="425196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DF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0040" y="2587752"/>
            <a:ext cx="384048" cy="658368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0040" y="2587752"/>
            <a:ext cx="3840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C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777240" y="2587752"/>
            <a:ext cx="3657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Socket Encryption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709160" y="2514600"/>
            <a:ext cx="425196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DF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754880" y="2587752"/>
            <a:ext cx="384048" cy="658368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54880" y="2587752"/>
            <a:ext cx="3840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D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5212080" y="2587752"/>
            <a:ext cx="3657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Snapshot Storage Extension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E2EDF7"/>
          </a:solidFill>
          <a:ln w="12700">
            <a:solidFill>
              <a:srgbClr val="E2EDF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74320" y="4873752"/>
            <a:ext cx="8595360" cy="2697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13 of 20  ·  Azure Storage Fundamentals Quiz</a:t>
            </a:r>
            <a:endParaRPr lang="en-US" sz="1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0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F2A52"/>
          </a:solidFill>
          <a:ln w="12700">
            <a:solidFill>
              <a:srgbClr val="0F2A5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28600" y="91440"/>
            <a:ext cx="594360" cy="40233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28600" y="91440"/>
            <a:ext cx="594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2A52"/>
                </a:solidFill>
              </a:rPr>
              <a:t>Q14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60120" y="128016"/>
            <a:ext cx="7772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Tools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74320" y="731520"/>
            <a:ext cx="85953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DF7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02920" y="777240"/>
            <a:ext cx="81381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14. Which tool provides a GUI desktop application for managing Azure Storage resources?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274320" y="2029968"/>
            <a:ext cx="42519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DF7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7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" y="2121408"/>
            <a:ext cx="384048" cy="685800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" y="2121408"/>
            <a:ext cx="3840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A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77240" y="2103120"/>
            <a:ext cx="3657600" cy="722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AzCopy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709160" y="2029968"/>
            <a:ext cx="42519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DF7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7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754880" y="2121408"/>
            <a:ext cx="384048" cy="685800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54880" y="2121408"/>
            <a:ext cx="3840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B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5212080" y="2103120"/>
            <a:ext cx="3657600" cy="722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PowerShell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74320" y="3154680"/>
            <a:ext cx="42519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DF7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7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0040" y="3246120"/>
            <a:ext cx="384048" cy="685800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0040" y="3246120"/>
            <a:ext cx="3840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C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777240" y="3227832"/>
            <a:ext cx="3657600" cy="722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Storage Explorer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709160" y="3154680"/>
            <a:ext cx="42519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DF7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7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754880" y="3246120"/>
            <a:ext cx="384048" cy="685800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54880" y="3246120"/>
            <a:ext cx="3840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D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5212080" y="3227832"/>
            <a:ext cx="3657600" cy="722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CLI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E2EDF7"/>
          </a:solidFill>
          <a:ln w="12700">
            <a:solidFill>
              <a:srgbClr val="E2EDF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74320" y="4873752"/>
            <a:ext cx="8595360" cy="2697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14 of 20  ·  Azure Storage Fundamentals Quiz</a:t>
            </a:r>
            <a:endParaRPr lang="en-US" sz="1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0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F2A52"/>
          </a:solidFill>
          <a:ln w="12700">
            <a:solidFill>
              <a:srgbClr val="0F2A5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91440"/>
            <a:ext cx="85953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– Q14: Storage Tools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274320" y="713232"/>
            <a:ext cx="8595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14. Which tool provides a GUI desktop application for managing Azure Storage resources?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463040"/>
            <a:ext cx="425196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DF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1536192"/>
            <a:ext cx="384048" cy="658368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1536192"/>
            <a:ext cx="3840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A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77240" y="1536192"/>
            <a:ext cx="3657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AzCopy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709160" y="1463040"/>
            <a:ext cx="425196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DF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54880" y="1536192"/>
            <a:ext cx="384048" cy="658368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0" y="1536192"/>
            <a:ext cx="3840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B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212080" y="1536192"/>
            <a:ext cx="3657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PowerShell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274320" y="2514600"/>
            <a:ext cx="4251960" cy="804672"/>
          </a:xfrm>
          <a:prstGeom prst="rect">
            <a:avLst/>
          </a:prstGeom>
          <a:solidFill>
            <a:srgbClr val="D4EDDA"/>
          </a:solidFill>
          <a:ln w="25400">
            <a:solidFill>
              <a:srgbClr val="1B7A3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0040" y="2587752"/>
            <a:ext cx="384048" cy="658368"/>
          </a:xfrm>
          <a:prstGeom prst="rect">
            <a:avLst/>
          </a:prstGeom>
          <a:solidFill>
            <a:srgbClr val="1B7A3E"/>
          </a:solidFill>
          <a:ln w="12700">
            <a:solidFill>
              <a:srgbClr val="1B7A3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0040" y="2587752"/>
            <a:ext cx="3840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C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777240" y="2587752"/>
            <a:ext cx="3657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7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Storage Explorer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77240" y="3063240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7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Correct Answer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709160" y="2514600"/>
            <a:ext cx="425196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DF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754880" y="2587752"/>
            <a:ext cx="384048" cy="658368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54880" y="2587752"/>
            <a:ext cx="3840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D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5212080" y="2587752"/>
            <a:ext cx="3657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CLI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E2EDF7"/>
          </a:solidFill>
          <a:ln w="12700">
            <a:solidFill>
              <a:srgbClr val="E2EDF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74320" y="4873752"/>
            <a:ext cx="8595360" cy="2697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14 of 20  ·  Azure Storage Fundamentals Quiz</a:t>
            </a:r>
            <a:endParaRPr lang="en-US" sz="10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0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F2A52"/>
          </a:solidFill>
          <a:ln w="12700">
            <a:solidFill>
              <a:srgbClr val="0F2A5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28600" y="91440"/>
            <a:ext cx="594360" cy="40233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28600" y="91440"/>
            <a:ext cx="594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2A52"/>
                </a:solidFill>
              </a:rPr>
              <a:t>Q15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60120" y="128016"/>
            <a:ext cx="7772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Tools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74320" y="731520"/>
            <a:ext cx="85953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DF7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02920" y="777240"/>
            <a:ext cx="81381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15. Which command-line tool is best suited for high-speed bulk data transfer to/from Azure Storage?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274320" y="2029968"/>
            <a:ext cx="42519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DF7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7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" y="2121408"/>
            <a:ext cx="384048" cy="685800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" y="2121408"/>
            <a:ext cx="3840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A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77240" y="2103120"/>
            <a:ext cx="3657600" cy="722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Storage Explorer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709160" y="2029968"/>
            <a:ext cx="42519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DF7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7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754880" y="2121408"/>
            <a:ext cx="384048" cy="685800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54880" y="2121408"/>
            <a:ext cx="3840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B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5212080" y="2103120"/>
            <a:ext cx="3657600" cy="722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AzCopy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74320" y="3154680"/>
            <a:ext cx="42519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DF7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7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0040" y="3246120"/>
            <a:ext cx="384048" cy="685800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0040" y="3246120"/>
            <a:ext cx="3840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C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777240" y="3227832"/>
            <a:ext cx="3657600" cy="722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Portal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709160" y="3154680"/>
            <a:ext cx="42519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DF7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7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754880" y="3246120"/>
            <a:ext cx="384048" cy="685800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54880" y="3246120"/>
            <a:ext cx="3840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D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5212080" y="3227832"/>
            <a:ext cx="3657600" cy="722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Migrate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E2EDF7"/>
          </a:solidFill>
          <a:ln w="12700">
            <a:solidFill>
              <a:srgbClr val="E2EDF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74320" y="4873752"/>
            <a:ext cx="8595360" cy="2697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15 of 20  ·  Azure Storage Fundamentals Quiz</a:t>
            </a:r>
            <a:endParaRPr lang="en-US" sz="10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0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F2A52"/>
          </a:solidFill>
          <a:ln w="12700">
            <a:solidFill>
              <a:srgbClr val="0F2A5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91440"/>
            <a:ext cx="85953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– Q15: Storage Tools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274320" y="713232"/>
            <a:ext cx="8595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15. Which command-line tool is best suited for high-speed bulk data transfer to/from Azure Storage?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463040"/>
            <a:ext cx="425196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DF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1536192"/>
            <a:ext cx="384048" cy="658368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1536192"/>
            <a:ext cx="3840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A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77240" y="1536192"/>
            <a:ext cx="3657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Storage Explorer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709160" y="1463040"/>
            <a:ext cx="4251960" cy="804672"/>
          </a:xfrm>
          <a:prstGeom prst="rect">
            <a:avLst/>
          </a:prstGeom>
          <a:solidFill>
            <a:srgbClr val="D4EDDA"/>
          </a:solidFill>
          <a:ln w="25400">
            <a:solidFill>
              <a:srgbClr val="1B7A3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54880" y="1536192"/>
            <a:ext cx="384048" cy="658368"/>
          </a:xfrm>
          <a:prstGeom prst="rect">
            <a:avLst/>
          </a:prstGeom>
          <a:solidFill>
            <a:srgbClr val="1B7A3E"/>
          </a:solidFill>
          <a:ln w="12700">
            <a:solidFill>
              <a:srgbClr val="1B7A3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0" y="1536192"/>
            <a:ext cx="3840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B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212080" y="1536192"/>
            <a:ext cx="3657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7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AzCopy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212080" y="2011680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7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Correct Answer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74320" y="2514600"/>
            <a:ext cx="425196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DF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0040" y="2587752"/>
            <a:ext cx="384048" cy="658368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0040" y="2587752"/>
            <a:ext cx="3840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C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777240" y="2587752"/>
            <a:ext cx="3657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Portal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709160" y="2514600"/>
            <a:ext cx="425196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DF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754880" y="2587752"/>
            <a:ext cx="384048" cy="658368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54880" y="2587752"/>
            <a:ext cx="3840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D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5212080" y="2587752"/>
            <a:ext cx="3657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Migrate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E2EDF7"/>
          </a:solidFill>
          <a:ln w="12700">
            <a:solidFill>
              <a:srgbClr val="E2EDF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74320" y="4873752"/>
            <a:ext cx="8595360" cy="2697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15 of 20  ·  Azure Storage Fundamentals Quiz</a:t>
            </a:r>
            <a:endParaRPr lang="en-US" sz="10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0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F2A52"/>
          </a:solidFill>
          <a:ln w="12700">
            <a:solidFill>
              <a:srgbClr val="0F2A5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28600" y="91440"/>
            <a:ext cx="594360" cy="40233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28600" y="91440"/>
            <a:ext cx="594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2A52"/>
                </a:solidFill>
              </a:rPr>
              <a:t>Q16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60120" y="128016"/>
            <a:ext cx="7772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Protection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74320" y="731520"/>
            <a:ext cx="85953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DF7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02920" y="777240"/>
            <a:ext cx="81381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16. What feature allows blobs to be recovered after accidental deletion?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274320" y="2029968"/>
            <a:ext cx="42519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DF7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7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" y="2121408"/>
            <a:ext cx="384048" cy="685800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" y="2121408"/>
            <a:ext cx="3840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A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77240" y="2103120"/>
            <a:ext cx="3657600" cy="722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Point-in-time restore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709160" y="2029968"/>
            <a:ext cx="42519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DF7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7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754880" y="2121408"/>
            <a:ext cx="384048" cy="685800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54880" y="2121408"/>
            <a:ext cx="3840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B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5212080" y="2103120"/>
            <a:ext cx="3657600" cy="722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Immutable Storage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74320" y="3154680"/>
            <a:ext cx="42519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DF7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7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0040" y="3246120"/>
            <a:ext cx="384048" cy="685800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0040" y="3246120"/>
            <a:ext cx="3840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C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777240" y="3227832"/>
            <a:ext cx="3657600" cy="722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 Delete for Blobs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709160" y="3154680"/>
            <a:ext cx="42519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DF7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7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754880" y="3246120"/>
            <a:ext cx="384048" cy="685800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54880" y="3246120"/>
            <a:ext cx="3840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D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5212080" y="3227832"/>
            <a:ext cx="3657600" cy="722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Blob Versioning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E2EDF7"/>
          </a:solidFill>
          <a:ln w="12700">
            <a:solidFill>
              <a:srgbClr val="E2EDF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74320" y="4873752"/>
            <a:ext cx="8595360" cy="2697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16 of 20  ·  Azure Storage Fundamentals Quiz</a:t>
            </a:r>
            <a:endParaRPr lang="en-US" sz="10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0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F2A52"/>
          </a:solidFill>
          <a:ln w="12700">
            <a:solidFill>
              <a:srgbClr val="0F2A5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91440"/>
            <a:ext cx="85953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– Q16: Data Protection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274320" y="713232"/>
            <a:ext cx="8595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16. What feature allows blobs to be recovered after accidental deletion?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463040"/>
            <a:ext cx="425196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DF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1536192"/>
            <a:ext cx="384048" cy="658368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1536192"/>
            <a:ext cx="3840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A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77240" y="1536192"/>
            <a:ext cx="3657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Point-in-time restore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709160" y="1463040"/>
            <a:ext cx="425196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DF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54880" y="1536192"/>
            <a:ext cx="384048" cy="658368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0" y="1536192"/>
            <a:ext cx="3840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B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212080" y="1536192"/>
            <a:ext cx="3657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Immutable Storage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274320" y="2514600"/>
            <a:ext cx="4251960" cy="804672"/>
          </a:xfrm>
          <a:prstGeom prst="rect">
            <a:avLst/>
          </a:prstGeom>
          <a:solidFill>
            <a:srgbClr val="D4EDDA"/>
          </a:solidFill>
          <a:ln w="25400">
            <a:solidFill>
              <a:srgbClr val="1B7A3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0040" y="2587752"/>
            <a:ext cx="384048" cy="658368"/>
          </a:xfrm>
          <a:prstGeom prst="rect">
            <a:avLst/>
          </a:prstGeom>
          <a:solidFill>
            <a:srgbClr val="1B7A3E"/>
          </a:solidFill>
          <a:ln w="12700">
            <a:solidFill>
              <a:srgbClr val="1B7A3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0040" y="2587752"/>
            <a:ext cx="3840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C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777240" y="2587752"/>
            <a:ext cx="3657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7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 Delete for Blobs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77240" y="3063240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7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Correct Answer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709160" y="2514600"/>
            <a:ext cx="425196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DF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754880" y="2587752"/>
            <a:ext cx="384048" cy="658368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54880" y="2587752"/>
            <a:ext cx="3840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D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5212080" y="2587752"/>
            <a:ext cx="3657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Blob Versioning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E2EDF7"/>
          </a:solidFill>
          <a:ln w="12700">
            <a:solidFill>
              <a:srgbClr val="E2EDF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74320" y="4873752"/>
            <a:ext cx="8595360" cy="2697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16 of 20  ·  Azure Storage Fundamentals Quiz</a:t>
            </a:r>
            <a:endParaRPr lang="en-US" sz="10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0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F2A52"/>
          </a:solidFill>
          <a:ln w="12700">
            <a:solidFill>
              <a:srgbClr val="0F2A5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28600" y="91440"/>
            <a:ext cx="594360" cy="40233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28600" y="91440"/>
            <a:ext cx="594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2A52"/>
                </a:solidFill>
              </a:rPr>
              <a:t>Q17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60120" y="128016"/>
            <a:ext cx="7772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Protection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74320" y="731520"/>
            <a:ext cx="85953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DF7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02920" y="777240"/>
            <a:ext cx="81381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17. What is WORM storage in the context of Azure Blob data protection?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274320" y="2029968"/>
            <a:ext cx="42519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DF7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7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" y="2121408"/>
            <a:ext cx="384048" cy="685800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" y="2121408"/>
            <a:ext cx="3840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A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77240" y="2103120"/>
            <a:ext cx="3657600" cy="722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Once, Read Many (Immutable Storage)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709160" y="2029968"/>
            <a:ext cx="42519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DF7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7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754880" y="2121408"/>
            <a:ext cx="384048" cy="685800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54880" y="2121408"/>
            <a:ext cx="3840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B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5212080" y="2103120"/>
            <a:ext cx="3657600" cy="722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Wide Object Resource Management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74320" y="3154680"/>
            <a:ext cx="42519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DF7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7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0040" y="3246120"/>
            <a:ext cx="384048" cy="685800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0040" y="3246120"/>
            <a:ext cx="3840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C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777240" y="3227832"/>
            <a:ext cx="3657600" cy="722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Web-Object Redundancy Model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709160" y="3154680"/>
            <a:ext cx="42519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DF7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7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754880" y="3246120"/>
            <a:ext cx="384048" cy="685800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54880" y="3246120"/>
            <a:ext cx="3840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D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5212080" y="3227832"/>
            <a:ext cx="3657600" cy="722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Warm Object Retention Module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E2EDF7"/>
          </a:solidFill>
          <a:ln w="12700">
            <a:solidFill>
              <a:srgbClr val="E2EDF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74320" y="4873752"/>
            <a:ext cx="8595360" cy="2697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17 of 20  ·  Azure Storage Fundamentals Quiz</a:t>
            </a:r>
            <a:endParaRPr lang="en-US" sz="10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0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F2A52"/>
          </a:solidFill>
          <a:ln w="12700">
            <a:solidFill>
              <a:srgbClr val="0F2A5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91440"/>
            <a:ext cx="85953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– Q17: Data Protection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274320" y="713232"/>
            <a:ext cx="8595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17. What is WORM storage in the context of Azure Blob data protection?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463040"/>
            <a:ext cx="4251960" cy="804672"/>
          </a:xfrm>
          <a:prstGeom prst="rect">
            <a:avLst/>
          </a:prstGeom>
          <a:solidFill>
            <a:srgbClr val="D4EDDA"/>
          </a:solidFill>
          <a:ln w="25400">
            <a:solidFill>
              <a:srgbClr val="1B7A3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1536192"/>
            <a:ext cx="384048" cy="658368"/>
          </a:xfrm>
          <a:prstGeom prst="rect">
            <a:avLst/>
          </a:prstGeom>
          <a:solidFill>
            <a:srgbClr val="1B7A3E"/>
          </a:solidFill>
          <a:ln w="12700">
            <a:solidFill>
              <a:srgbClr val="1B7A3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1536192"/>
            <a:ext cx="3840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A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77240" y="1536192"/>
            <a:ext cx="3657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7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Once, Read Many (Immutable Storage)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77240" y="2011680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7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Correct Answer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709160" y="1463040"/>
            <a:ext cx="425196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DF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754880" y="1536192"/>
            <a:ext cx="384048" cy="658368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54880" y="1536192"/>
            <a:ext cx="3840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B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212080" y="1536192"/>
            <a:ext cx="3657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Wide Object Resource Management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274320" y="2514600"/>
            <a:ext cx="425196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DF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0040" y="2587752"/>
            <a:ext cx="384048" cy="658368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0040" y="2587752"/>
            <a:ext cx="3840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C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777240" y="2587752"/>
            <a:ext cx="3657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Web-Object Redundancy Model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709160" y="2514600"/>
            <a:ext cx="425196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DF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754880" y="2587752"/>
            <a:ext cx="384048" cy="658368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54880" y="2587752"/>
            <a:ext cx="3840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D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5212080" y="2587752"/>
            <a:ext cx="3657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Warm Object Retention Module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E2EDF7"/>
          </a:solidFill>
          <a:ln w="12700">
            <a:solidFill>
              <a:srgbClr val="E2EDF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74320" y="4873752"/>
            <a:ext cx="8595360" cy="2697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17 of 20  ·  Azure Storage Fundamentals Quiz</a:t>
            </a:r>
            <a:endParaRPr lang="en-US" sz="10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0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F2A52"/>
          </a:solidFill>
          <a:ln w="12700">
            <a:solidFill>
              <a:srgbClr val="0F2A5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28600" y="91440"/>
            <a:ext cx="594360" cy="40233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28600" y="91440"/>
            <a:ext cx="594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2A52"/>
                </a:solidFill>
              </a:rPr>
              <a:t>Q18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60120" y="128016"/>
            <a:ext cx="7772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&amp; Alerts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74320" y="731520"/>
            <a:ext cx="85953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DF7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02920" y="777240"/>
            <a:ext cx="81381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18. Which Azure service collects diagnostic logs from Storage for centralized analysis?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274320" y="2029968"/>
            <a:ext cx="42519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DF7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7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" y="2121408"/>
            <a:ext cx="384048" cy="685800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" y="2121408"/>
            <a:ext cx="3840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A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77240" y="2103120"/>
            <a:ext cx="3657600" cy="722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DevOps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709160" y="2029968"/>
            <a:ext cx="42519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DF7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7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754880" y="2121408"/>
            <a:ext cx="384048" cy="685800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54880" y="2121408"/>
            <a:ext cx="3840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B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5212080" y="2103120"/>
            <a:ext cx="3657600" cy="722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Log Analytics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74320" y="3154680"/>
            <a:ext cx="42519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DF7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7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0040" y="3246120"/>
            <a:ext cx="384048" cy="685800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0040" y="3246120"/>
            <a:ext cx="3840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C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777240" y="3227832"/>
            <a:ext cx="3657600" cy="722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Policy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709160" y="3154680"/>
            <a:ext cx="42519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DF7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7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754880" y="3246120"/>
            <a:ext cx="384048" cy="685800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54880" y="3246120"/>
            <a:ext cx="3840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D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5212080" y="3227832"/>
            <a:ext cx="3657600" cy="722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Advisor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E2EDF7"/>
          </a:solidFill>
          <a:ln w="12700">
            <a:solidFill>
              <a:srgbClr val="E2EDF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74320" y="4873752"/>
            <a:ext cx="8595360" cy="2697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18 of 20  ·  Azure Storage Fundamentals Quiz</a:t>
            </a:r>
            <a:endParaRPr lang="en-US" sz="10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0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F2A52"/>
          </a:solidFill>
          <a:ln w="12700">
            <a:solidFill>
              <a:srgbClr val="0F2A5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91440"/>
            <a:ext cx="85953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– Q18: Monitoring &amp; Alerts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274320" y="713232"/>
            <a:ext cx="8595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18. Which Azure service collects diagnostic logs from Storage for centralized analysis?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463040"/>
            <a:ext cx="425196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DF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1536192"/>
            <a:ext cx="384048" cy="658368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1536192"/>
            <a:ext cx="3840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A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77240" y="1536192"/>
            <a:ext cx="3657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DevOps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709160" y="1463040"/>
            <a:ext cx="4251960" cy="804672"/>
          </a:xfrm>
          <a:prstGeom prst="rect">
            <a:avLst/>
          </a:prstGeom>
          <a:solidFill>
            <a:srgbClr val="D4EDDA"/>
          </a:solidFill>
          <a:ln w="25400">
            <a:solidFill>
              <a:srgbClr val="1B7A3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54880" y="1536192"/>
            <a:ext cx="384048" cy="658368"/>
          </a:xfrm>
          <a:prstGeom prst="rect">
            <a:avLst/>
          </a:prstGeom>
          <a:solidFill>
            <a:srgbClr val="1B7A3E"/>
          </a:solidFill>
          <a:ln w="12700">
            <a:solidFill>
              <a:srgbClr val="1B7A3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0" y="1536192"/>
            <a:ext cx="3840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B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212080" y="1536192"/>
            <a:ext cx="3657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7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Log Analytics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212080" y="2011680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7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Correct Answer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74320" y="2514600"/>
            <a:ext cx="425196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DF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0040" y="2587752"/>
            <a:ext cx="384048" cy="658368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0040" y="2587752"/>
            <a:ext cx="3840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C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777240" y="2587752"/>
            <a:ext cx="3657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Policy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709160" y="2514600"/>
            <a:ext cx="425196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DF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754880" y="2587752"/>
            <a:ext cx="384048" cy="658368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54880" y="2587752"/>
            <a:ext cx="3840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D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5212080" y="2587752"/>
            <a:ext cx="3657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Advisor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E2EDF7"/>
          </a:solidFill>
          <a:ln w="12700">
            <a:solidFill>
              <a:srgbClr val="E2EDF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74320" y="4873752"/>
            <a:ext cx="8595360" cy="2697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18 of 20  ·  Azure Storage Fundamentals Quiz</a:t>
            </a:r>
            <a:endParaRPr lang="en-US" sz="10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0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F2A52"/>
          </a:solidFill>
          <a:ln w="12700">
            <a:solidFill>
              <a:srgbClr val="0F2A5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28600" y="91440"/>
            <a:ext cx="594360" cy="40233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28600" y="91440"/>
            <a:ext cx="594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2A52"/>
                </a:solidFill>
              </a:rPr>
              <a:t>Q19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60120" y="128016"/>
            <a:ext cx="7772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&amp; Alerts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74320" y="731520"/>
            <a:ext cx="85953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DF7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02920" y="777240"/>
            <a:ext cx="81381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19. Which metric type is NOT typically monitored for Azure Storage?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274320" y="2029968"/>
            <a:ext cx="42519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DF7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7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" y="2121408"/>
            <a:ext cx="384048" cy="685800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" y="2121408"/>
            <a:ext cx="3840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A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77240" y="2103120"/>
            <a:ext cx="3657600" cy="722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Capacity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709160" y="2029968"/>
            <a:ext cx="42519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DF7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7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754880" y="2121408"/>
            <a:ext cx="384048" cy="685800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54880" y="2121408"/>
            <a:ext cx="3840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B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5212080" y="2103120"/>
            <a:ext cx="3657600" cy="722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74320" y="3154680"/>
            <a:ext cx="42519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DF7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7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0040" y="3246120"/>
            <a:ext cx="384048" cy="685800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0040" y="3246120"/>
            <a:ext cx="3840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C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777240" y="3227832"/>
            <a:ext cx="3657600" cy="722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709160" y="3154680"/>
            <a:ext cx="42519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DF7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7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754880" y="3246120"/>
            <a:ext cx="384048" cy="685800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54880" y="3246120"/>
            <a:ext cx="3840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D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5212080" y="3227832"/>
            <a:ext cx="3657600" cy="722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 utilization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E2EDF7"/>
          </a:solidFill>
          <a:ln w="12700">
            <a:solidFill>
              <a:srgbClr val="E2EDF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74320" y="4873752"/>
            <a:ext cx="8595360" cy="2697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19 of 20  ·  Azure Storage Fundamentals Quiz</a:t>
            </a:r>
            <a:endParaRPr lang="en-US" sz="10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0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F2A52"/>
          </a:solidFill>
          <a:ln w="12700">
            <a:solidFill>
              <a:srgbClr val="0F2A5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91440"/>
            <a:ext cx="85953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– Q19: Monitoring &amp; Alerts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274320" y="713232"/>
            <a:ext cx="8595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19. Which metric type is NOT typically monitored for Azure Storage?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463040"/>
            <a:ext cx="425196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DF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1536192"/>
            <a:ext cx="384048" cy="658368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1536192"/>
            <a:ext cx="3840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A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77240" y="1536192"/>
            <a:ext cx="3657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Capacity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709160" y="1463040"/>
            <a:ext cx="425196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DF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54880" y="1536192"/>
            <a:ext cx="384048" cy="658368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0" y="1536192"/>
            <a:ext cx="3840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B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212080" y="1536192"/>
            <a:ext cx="3657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274320" y="2514600"/>
            <a:ext cx="425196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DF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0040" y="2587752"/>
            <a:ext cx="384048" cy="658368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0040" y="2587752"/>
            <a:ext cx="3840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C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777240" y="2587752"/>
            <a:ext cx="3657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709160" y="2514600"/>
            <a:ext cx="4251960" cy="804672"/>
          </a:xfrm>
          <a:prstGeom prst="rect">
            <a:avLst/>
          </a:prstGeom>
          <a:solidFill>
            <a:srgbClr val="D4EDDA"/>
          </a:solidFill>
          <a:ln w="25400">
            <a:solidFill>
              <a:srgbClr val="1B7A3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754880" y="2587752"/>
            <a:ext cx="384048" cy="658368"/>
          </a:xfrm>
          <a:prstGeom prst="rect">
            <a:avLst/>
          </a:prstGeom>
          <a:solidFill>
            <a:srgbClr val="1B7A3E"/>
          </a:solidFill>
          <a:ln w="12700">
            <a:solidFill>
              <a:srgbClr val="1B7A3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54880" y="2587752"/>
            <a:ext cx="3840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D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5212080" y="2587752"/>
            <a:ext cx="3657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7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 utilization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212080" y="3063240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7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Correct Answer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E2EDF7"/>
          </a:solidFill>
          <a:ln w="12700">
            <a:solidFill>
              <a:srgbClr val="E2EDF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74320" y="4873752"/>
            <a:ext cx="8595360" cy="2697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19 of 20  ·  Azure Storage Fundamentals Quiz</a:t>
            </a:r>
            <a:endParaRPr lang="en-US" sz="10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0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F2A52"/>
          </a:solidFill>
          <a:ln w="12700">
            <a:solidFill>
              <a:srgbClr val="0F2A5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28600" y="91440"/>
            <a:ext cx="594360" cy="40233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28600" y="91440"/>
            <a:ext cx="594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2A52"/>
                </a:solidFill>
              </a:rPr>
              <a:t>Q20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60120" y="128016"/>
            <a:ext cx="7772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Redundancy Options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74320" y="731520"/>
            <a:ext cx="85953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DF7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02920" y="777240"/>
            <a:ext cx="81381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20. Which redundancy option also provides read access from the secondary region?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274320" y="2029968"/>
            <a:ext cx="42519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DF7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7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" y="2121408"/>
            <a:ext cx="384048" cy="685800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" y="2121408"/>
            <a:ext cx="3840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A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77240" y="2103120"/>
            <a:ext cx="3657600" cy="722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LRS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709160" y="2029968"/>
            <a:ext cx="42519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DF7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7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754880" y="2121408"/>
            <a:ext cx="384048" cy="685800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54880" y="2121408"/>
            <a:ext cx="3840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B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5212080" y="2103120"/>
            <a:ext cx="3657600" cy="722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ZRS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74320" y="3154680"/>
            <a:ext cx="42519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DF7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7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0040" y="3246120"/>
            <a:ext cx="384048" cy="685800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0040" y="3246120"/>
            <a:ext cx="3840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C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777240" y="3227832"/>
            <a:ext cx="3657600" cy="722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GRS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709160" y="3154680"/>
            <a:ext cx="42519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DF7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7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754880" y="3246120"/>
            <a:ext cx="384048" cy="685800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54880" y="3246120"/>
            <a:ext cx="3840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D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5212080" y="3227832"/>
            <a:ext cx="3657600" cy="722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RA-GRS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E2EDF7"/>
          </a:solidFill>
          <a:ln w="12700">
            <a:solidFill>
              <a:srgbClr val="E2EDF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74320" y="4873752"/>
            <a:ext cx="8595360" cy="2697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20 of 20  ·  Azure Storage Fundamentals Quiz</a:t>
            </a:r>
            <a:endParaRPr lang="en-US" sz="10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0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F2A52"/>
          </a:solidFill>
          <a:ln w="12700">
            <a:solidFill>
              <a:srgbClr val="0F2A5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91440"/>
            <a:ext cx="85953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– Q20: Redundancy Options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274320" y="713232"/>
            <a:ext cx="8595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20. Which redundancy option also provides read access from the secondary region?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463040"/>
            <a:ext cx="425196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DF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1536192"/>
            <a:ext cx="384048" cy="658368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1536192"/>
            <a:ext cx="3840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A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77240" y="1536192"/>
            <a:ext cx="3657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LRS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709160" y="1463040"/>
            <a:ext cx="425196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DF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54880" y="1536192"/>
            <a:ext cx="384048" cy="658368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0" y="1536192"/>
            <a:ext cx="3840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B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212080" y="1536192"/>
            <a:ext cx="3657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ZRS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274320" y="2514600"/>
            <a:ext cx="425196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DF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0040" y="2587752"/>
            <a:ext cx="384048" cy="658368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0040" y="2587752"/>
            <a:ext cx="3840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C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777240" y="2587752"/>
            <a:ext cx="3657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709160" y="2514600"/>
            <a:ext cx="4251960" cy="804672"/>
          </a:xfrm>
          <a:prstGeom prst="rect">
            <a:avLst/>
          </a:prstGeom>
          <a:solidFill>
            <a:srgbClr val="D4EDDA"/>
          </a:solidFill>
          <a:ln w="25400">
            <a:solidFill>
              <a:srgbClr val="1B7A3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754880" y="2587752"/>
            <a:ext cx="384048" cy="658368"/>
          </a:xfrm>
          <a:prstGeom prst="rect">
            <a:avLst/>
          </a:prstGeom>
          <a:solidFill>
            <a:srgbClr val="1B7A3E"/>
          </a:solidFill>
          <a:ln w="12700">
            <a:solidFill>
              <a:srgbClr val="1B7A3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54880" y="2587752"/>
            <a:ext cx="3840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D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5212080" y="2587752"/>
            <a:ext cx="3657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7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RA-GRS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212080" y="3063240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7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Correct Answer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E2EDF7"/>
          </a:solidFill>
          <a:ln w="12700">
            <a:solidFill>
              <a:srgbClr val="E2EDF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74320" y="4873752"/>
            <a:ext cx="8595360" cy="2697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20 of 20  ·  Azure Storage Fundamentals Quiz</a:t>
            </a:r>
            <a:endParaRPr lang="en-US" sz="10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0F2A5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320040" cy="5070348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3716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Complete!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548640" y="23317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Questions  ·  Azure Storage Fundamentals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548640" y="29260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your answers and revisit weak areas before the next session.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42</Slides>
  <Notes>42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42</vt:i4>
      </vt:variant>
    </vt:vector>
  </HeadingPairs>
  <TitlesOfParts>
    <vt:vector size="4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Azure Storage – MCQ Quiz</dc:title>
  <dc:subject>PptxGenJS Presentation</dc:subject>
  <dc:creator>PptxGenJS</dc:creator>
  <cp:lastModifiedBy>PptxGenJS</cp:lastModifiedBy>
  <cp:revision>1</cp:revision>
  <dcterms:created xsi:type="dcterms:W3CDTF">2026-03-22T06:09:00Z</dcterms:created>
  <dcterms:modified xsi:type="dcterms:W3CDTF">2026-03-22T06:09:00Z</dcterms:modified>
</cp:coreProperties>
</file>